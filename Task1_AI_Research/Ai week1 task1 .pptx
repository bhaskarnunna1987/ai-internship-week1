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c9ce53eb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c9ce53eb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c9ce53eb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c9ce53eb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c9ce53eb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c9ce53eb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c9ce53eb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c9ce53eb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c9ce53eb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c9ce53eb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c9ce53eb3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c9ce53eb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7114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Latest AI Trends in 2026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109650" y="2290375"/>
            <a:ext cx="4445100" cy="21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Prepared By:</a:t>
            </a:r>
            <a:r>
              <a:rPr lang="en-GB" sz="19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Nunna Harish Chandra Surya Bhaskar</a:t>
            </a:r>
            <a:endParaRPr sz="19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AI Internship - Week 1</a:t>
            </a:r>
            <a:endParaRPr b="1" sz="19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Date:</a:t>
            </a:r>
            <a:r>
              <a:rPr lang="en-GB" sz="19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25th May 2026 </a:t>
            </a:r>
            <a:endParaRPr sz="19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Batch: </a:t>
            </a:r>
            <a:r>
              <a:rPr lang="en-GB" sz="19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21st May Batch</a:t>
            </a:r>
            <a:endParaRPr sz="19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60"/>
              <a:t>Generative AI and Large Language Models (LLMs) </a:t>
            </a:r>
            <a:endParaRPr sz="276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974250"/>
            <a:ext cx="70389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What are LLMs?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Large Language Models are AI systems trained on huge amounts of text to understand and generate human-like language.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100">
                <a:latin typeface="Arial"/>
                <a:ea typeface="Arial"/>
                <a:cs typeface="Arial"/>
                <a:sym typeface="Arial"/>
              </a:rPr>
              <a:t>Popular Models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ChatGPT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Gemini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Claude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DeepSeek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4367650" y="2233350"/>
            <a:ext cx="37257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</a:rPr>
              <a:t>Applications</a:t>
            </a:r>
            <a:endParaRPr b="1" sz="21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Content creation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Coding assistance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Chatbots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Customer support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1297500" y="3853700"/>
            <a:ext cx="67083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Why Important?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LLMs are transforming how people learn, work, and communicate.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50"/>
              <a:t>                    AI Agents and Automation</a:t>
            </a:r>
            <a:endParaRPr sz="2150"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984575"/>
            <a:ext cx="7038900" cy="3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100">
                <a:latin typeface="Arial"/>
                <a:ea typeface="Arial"/>
                <a:cs typeface="Arial"/>
                <a:sym typeface="Arial"/>
              </a:rPr>
              <a:t>What are AI Agents?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AI agents can perform tasks independently by making decisions and taking actions.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100">
                <a:latin typeface="Arial"/>
                <a:ea typeface="Arial"/>
                <a:cs typeface="Arial"/>
                <a:sym typeface="Arial"/>
              </a:rPr>
              <a:t>Examples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Virtual assistants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Customer service bots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Research assistants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Workflow automation tools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4656625" y="2284975"/>
            <a:ext cx="35709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</a:rPr>
              <a:t>Benefits</a:t>
            </a:r>
            <a:endParaRPr b="1" sz="21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Saves time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Reduces manual work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Increases productivity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297500" y="3946575"/>
            <a:ext cx="68424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Future Impact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Businesses are increasingly adopting AI agents to automate routine operations.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</a:t>
            </a:r>
            <a:r>
              <a:rPr lang="en-GB"/>
              <a:t>Computer Vision and Multimodal AI 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964050"/>
            <a:ext cx="7038900" cy="34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379">
                <a:latin typeface="Arial"/>
                <a:ea typeface="Arial"/>
                <a:cs typeface="Arial"/>
                <a:sym typeface="Arial"/>
              </a:rPr>
              <a:t>Computer Vision</a:t>
            </a:r>
            <a:endParaRPr b="1" sz="237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79">
                <a:latin typeface="Arial"/>
                <a:ea typeface="Arial"/>
                <a:cs typeface="Arial"/>
                <a:sym typeface="Arial"/>
              </a:rPr>
              <a:t>AI systems that can understand and analyze images and videos.</a:t>
            </a:r>
            <a:endParaRPr sz="177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379">
                <a:latin typeface="Arial"/>
                <a:ea typeface="Arial"/>
                <a:cs typeface="Arial"/>
                <a:sym typeface="Arial"/>
              </a:rPr>
              <a:t>Multimodal AI</a:t>
            </a:r>
            <a:endParaRPr b="1" sz="237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79">
                <a:latin typeface="Arial"/>
                <a:ea typeface="Arial"/>
                <a:cs typeface="Arial"/>
                <a:sym typeface="Arial"/>
              </a:rPr>
              <a:t>AI can process multiple types of data:</a:t>
            </a:r>
            <a:endParaRPr sz="1779">
              <a:latin typeface="Arial"/>
              <a:ea typeface="Arial"/>
              <a:cs typeface="Arial"/>
              <a:sym typeface="Arial"/>
            </a:endParaRPr>
          </a:p>
          <a:p>
            <a:pPr indent="-33309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779">
                <a:latin typeface="Arial"/>
                <a:ea typeface="Arial"/>
                <a:cs typeface="Arial"/>
                <a:sym typeface="Arial"/>
              </a:rPr>
              <a:t>Text</a:t>
            </a:r>
            <a:endParaRPr sz="1779">
              <a:latin typeface="Arial"/>
              <a:ea typeface="Arial"/>
              <a:cs typeface="Arial"/>
              <a:sym typeface="Arial"/>
            </a:endParaRPr>
          </a:p>
          <a:p>
            <a:pPr indent="-33309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779">
                <a:latin typeface="Arial"/>
                <a:ea typeface="Arial"/>
                <a:cs typeface="Arial"/>
                <a:sym typeface="Arial"/>
              </a:rPr>
              <a:t>Images</a:t>
            </a:r>
            <a:endParaRPr sz="1779">
              <a:latin typeface="Arial"/>
              <a:ea typeface="Arial"/>
              <a:cs typeface="Arial"/>
              <a:sym typeface="Arial"/>
            </a:endParaRPr>
          </a:p>
          <a:p>
            <a:pPr indent="-33309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779">
                <a:latin typeface="Arial"/>
                <a:ea typeface="Arial"/>
                <a:cs typeface="Arial"/>
                <a:sym typeface="Arial"/>
              </a:rPr>
              <a:t>Audio</a:t>
            </a:r>
            <a:endParaRPr sz="1779">
              <a:latin typeface="Arial"/>
              <a:ea typeface="Arial"/>
              <a:cs typeface="Arial"/>
              <a:sym typeface="Arial"/>
            </a:endParaRPr>
          </a:p>
          <a:p>
            <a:pPr indent="-33309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779">
                <a:latin typeface="Arial"/>
                <a:ea typeface="Arial"/>
                <a:cs typeface="Arial"/>
                <a:sym typeface="Arial"/>
              </a:rPr>
              <a:t>Video</a:t>
            </a:r>
            <a:endParaRPr sz="177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5255225" y="1903100"/>
            <a:ext cx="3251100" cy="19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</a:rPr>
              <a:t>Applications</a:t>
            </a:r>
            <a:endParaRPr b="1" sz="22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Medical diagnosis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Self-driving vehicles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Face recognition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Security monitoring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325850" y="3791750"/>
            <a:ext cx="698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Examples</a:t>
            </a:r>
            <a:endParaRPr b="1" sz="20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>
                <a:solidFill>
                  <a:schemeClr val="lt1"/>
                </a:solidFill>
              </a:rPr>
              <a:t>GPT-4 Vision, </a:t>
            </a:r>
            <a:r>
              <a:rPr lang="en-GB">
                <a:solidFill>
                  <a:schemeClr val="lt1"/>
                </a:solidFill>
              </a:rPr>
              <a:t>Medical imaging systems, Gemini Multimodal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</a:t>
            </a:r>
            <a:r>
              <a:rPr lang="en-GB"/>
              <a:t>AI Ethics and Future Trends 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297500" y="1005225"/>
            <a:ext cx="7038900" cy="3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Challenges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Data privacy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Bias in AI models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Misinformation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Security concerns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Responsible AI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Organizations are working on: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Fairness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Transparency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Accountability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852725" y="1005225"/>
            <a:ext cx="3354300" cy="3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</a:rPr>
              <a:t>Future Trends</a:t>
            </a:r>
            <a:endParaRPr b="1" sz="22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Smarter AI agents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Personalized AI assistants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AI in healthcare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AI in education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AI-powered businesses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            Conclusion &amp; References</a:t>
            </a:r>
            <a:endParaRPr sz="3000"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1297500" y="1160025"/>
            <a:ext cx="7038900" cy="33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AI is rapidly evolving and will continue to transform industries worldwide.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000">
                <a:latin typeface="Arial"/>
                <a:ea typeface="Arial"/>
                <a:cs typeface="Arial"/>
                <a:sym typeface="Arial"/>
              </a:rPr>
              <a:t>References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OpenAI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Google AI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Microsoft AI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MIT Technology Review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1297500" y="20216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7200"/>
              <a:t>     </a:t>
            </a:r>
            <a:r>
              <a:rPr lang="en-GB" sz="7200"/>
              <a:t>Thank you!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